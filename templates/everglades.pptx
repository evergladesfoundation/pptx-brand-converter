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layout. Replace the photograph, the title and the date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Internal reference slide. Delete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Contents or any numbered list. Four to six items reads best.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Keep every divider identical apart from the number, title and photograph.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Statement slide. One idea, nothing else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slide. Three numbers maximum — say the story, don't read the digits.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content layout: a short block of copy against a single photograph.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parallel ideas. Keep each column to one heading and two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Two-point layout. Use for a pair of bullets that each need a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table. Five rows maximum on a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Quote layout. Attribution sits under the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Full-bleed photograph with a caption patch. Use sparingly — it lands hardest when it's rare.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Gallery layout. Swap photographs with right-click, Change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Timeline or process. Four steps maximum.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People layout. Portraits crop to a circle.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Contact line and the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52500"/>
            <a:ext cx="3143250" cy="19112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3486448"/>
            <a:ext cx="816721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63" dirty="0">
                <a:solidFill>
                  <a:srgbClr val="0080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PRESENTATION TITLE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1047750" y="4086523"/>
            <a:ext cx="7647480" cy="3069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140"/>
              </a:lnSpc>
              <a:buNone/>
            </a:pPr>
            <a:r>
              <a:rPr lang="en-US" sz="7800" b="1" dirty="0">
                <a:solidFill>
                  <a:srgbClr val="0E034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Restoring America’s Everglades</a:t>
            </a:r>
            <a:endParaRPr lang="en-US" sz="7800" dirty="0"/>
          </a:p>
        </p:txBody>
      </p:sp>
      <p:sp>
        <p:nvSpPr>
          <p:cNvPr id="5" name="Text 2"/>
          <p:cNvSpPr/>
          <p:nvPr/>
        </p:nvSpPr>
        <p:spPr>
          <a:xfrm>
            <a:off x="1047750" y="7403455"/>
            <a:ext cx="7647480" cy="1127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400"/>
              </a:lnSpc>
              <a:buNone/>
            </a:pPr>
            <a:r>
              <a:rPr lang="en-US" sz="330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subtitle line goes here — one sentence, no more.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1047750" y="9263063"/>
            <a:ext cx="838200" cy="76200"/>
          </a:xfrm>
          <a:prstGeom prst="roundRect">
            <a:avLst>
              <a:gd name="adj" fmla="val 50000"/>
            </a:avLst>
          </a:prstGeom>
          <a:solidFill>
            <a:srgbClr val="C1D451"/>
          </a:solidFill>
          <a:ln/>
        </p:spPr>
      </p:sp>
      <p:sp>
        <p:nvSpPr>
          <p:cNvPr id="7" name="Text 4"/>
          <p:cNvSpPr/>
          <p:nvPr/>
        </p:nvSpPr>
        <p:spPr>
          <a:xfrm>
            <a:off x="2133600" y="9115425"/>
            <a:ext cx="523203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0E03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PRESENTER NAME · MONTH 2026</a:t>
            </a:r>
            <a:endParaRPr lang="en-US" sz="1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17227" r="17227"/>
          <a:stretch/>
        </p:blipFill>
        <p:spPr>
          <a:xfrm>
            <a:off x="9234488" y="0"/>
            <a:ext cx="9053513" cy="10287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234488" y="0"/>
            <a:ext cx="152400" cy="10287000"/>
          </a:xfrm>
          <a:prstGeom prst="rect">
            <a:avLst/>
          </a:prstGeom>
          <a:solidFill>
            <a:srgbClr val="C1D45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887411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63" dirty="0">
                <a:solidFill>
                  <a:srgbClr val="0080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NOTES FOR STAFF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514475"/>
            <a:ext cx="8874115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308"/>
              </a:lnSpc>
              <a:buNone/>
            </a:pPr>
            <a:r>
              <a:rPr lang="en-US" sz="5700" b="1" dirty="0">
                <a:solidFill>
                  <a:srgbClr val="0E034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How to use this template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47750" y="2636490"/>
            <a:ext cx="7063740" cy="136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05"/>
              </a:lnSpc>
              <a:buNone/>
            </a:pPr>
            <a:r>
              <a:rPr lang="en-US" sz="240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is set in Arial Nova with Questrial display headings. Keep to these — swapping fonts is what shifts text between PC, Mac and the browser.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47750" y="4209752"/>
            <a:ext cx="7063740" cy="921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05"/>
              </a:lnSpc>
              <a:buNone/>
            </a:pPr>
            <a:r>
              <a:rPr lang="en-US" sz="240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swap a photograph, right-click it and choose “Change picture.” The crop and position stay put.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47750" y="5341144"/>
            <a:ext cx="7063740" cy="921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05"/>
              </a:lnSpc>
              <a:buNone/>
            </a:pPr>
            <a:r>
              <a:rPr lang="en-US" sz="240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a layout that isn’t here? Contact the communications team and we’ll build it with you.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781877" y="0"/>
            <a:ext cx="8505974" cy="10287000"/>
          </a:xfrm>
          <a:prstGeom prst="rect">
            <a:avLst/>
          </a:prstGeom>
          <a:solidFill>
            <a:srgbClr val="F1F3E4"/>
          </a:solidFill>
          <a:ln/>
        </p:spPr>
      </p:sp>
      <p:sp>
        <p:nvSpPr>
          <p:cNvPr id="8" name="Text 6"/>
          <p:cNvSpPr/>
          <p:nvPr/>
        </p:nvSpPr>
        <p:spPr>
          <a:xfrm>
            <a:off x="10448627" y="3157538"/>
            <a:ext cx="747062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63" dirty="0">
                <a:solidFill>
                  <a:srgbClr val="0080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BRAND PALETTE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0448627" y="3757613"/>
            <a:ext cx="723900" cy="723900"/>
          </a:xfrm>
          <a:prstGeom prst="ellipse">
            <a:avLst/>
          </a:prstGeom>
          <a:solidFill>
            <a:srgbClr val="C1D451"/>
          </a:solidFill>
          <a:ln/>
        </p:spPr>
      </p:sp>
      <p:sp>
        <p:nvSpPr>
          <p:cNvPr id="10" name="Text 8"/>
          <p:cNvSpPr/>
          <p:nvPr/>
        </p:nvSpPr>
        <p:spPr>
          <a:xfrm>
            <a:off x="11382077" y="3933825"/>
            <a:ext cx="343711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17" dirty="0">
                <a:solidFill>
                  <a:srgbClr val="0E03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Sawgrass Lime C1D451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0448627" y="4672013"/>
            <a:ext cx="723900" cy="723900"/>
          </a:xfrm>
          <a:prstGeom prst="ellipse">
            <a:avLst/>
          </a:prstGeom>
          <a:solidFill>
            <a:srgbClr val="00ACBF"/>
          </a:solidFill>
          <a:ln/>
        </p:spPr>
      </p:sp>
      <p:sp>
        <p:nvSpPr>
          <p:cNvPr id="12" name="Text 10"/>
          <p:cNvSpPr/>
          <p:nvPr/>
        </p:nvSpPr>
        <p:spPr>
          <a:xfrm>
            <a:off x="11382077" y="4848225"/>
            <a:ext cx="293992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17" dirty="0">
                <a:solidFill>
                  <a:srgbClr val="0E03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Water Teal 00ACBF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448627" y="5586413"/>
            <a:ext cx="723900" cy="723900"/>
          </a:xfrm>
          <a:prstGeom prst="ellipse">
            <a:avLst/>
          </a:prstGeom>
          <a:solidFill>
            <a:srgbClr val="82C769"/>
          </a:solidFill>
          <a:ln/>
        </p:spPr>
      </p:sp>
      <p:sp>
        <p:nvSpPr>
          <p:cNvPr id="14" name="Text 12"/>
          <p:cNvSpPr/>
          <p:nvPr/>
        </p:nvSpPr>
        <p:spPr>
          <a:xfrm>
            <a:off x="11382077" y="5762625"/>
            <a:ext cx="381069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17" dirty="0">
                <a:solidFill>
                  <a:srgbClr val="0E03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Mangrove Green 82C769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0448627" y="6500813"/>
            <a:ext cx="781050" cy="781050"/>
          </a:xfrm>
          <a:prstGeom prst="ellipse">
            <a:avLst/>
          </a:prstGeom>
          <a:solidFill>
            <a:srgbClr val="F1F3E4"/>
          </a:solidFill>
          <a:ln w="28575">
            <a:solidFill>
              <a:srgbClr val="DFE2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9227" y="6705600"/>
            <a:ext cx="268551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17" dirty="0">
                <a:solidFill>
                  <a:srgbClr val="0E03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Shell Sand F1F3E4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63" dirty="0">
                <a:solidFill>
                  <a:srgbClr val="0080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CONTENTS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457325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308"/>
              </a:lnSpc>
              <a:buNone/>
            </a:pPr>
            <a:r>
              <a:rPr lang="en-US" sz="5700" b="1" dirty="0">
                <a:solidFill>
                  <a:srgbClr val="0E034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What we’ll cover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674590"/>
            <a:ext cx="7667625" cy="38100"/>
          </a:xfrm>
          <a:prstGeom prst="rect">
            <a:avLst/>
          </a:prstGeom>
          <a:solidFill>
            <a:srgbClr val="C1D451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2960340"/>
            <a:ext cx="50705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7692"/>
              </a:lnSpc>
              <a:buNone/>
            </a:pPr>
            <a:r>
              <a:rPr lang="en-US" sz="3300" b="1" dirty="0">
                <a:solidFill>
                  <a:srgbClr val="0080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764357" y="2960340"/>
            <a:ext cx="4618286" cy="499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556"/>
              </a:lnSpc>
              <a:buNone/>
            </a:pPr>
            <a:r>
              <a:rPr lang="en-US" sz="3300" b="1" dirty="0">
                <a:solidFill>
                  <a:srgbClr val="0E034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Section title here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764357" y="3516511"/>
            <a:ext cx="4618286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of description for this section.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72625" y="2674590"/>
            <a:ext cx="7667625" cy="38100"/>
          </a:xfrm>
          <a:prstGeom prst="rect">
            <a:avLst/>
          </a:prstGeom>
          <a:solidFill>
            <a:srgbClr val="00ACBF"/>
          </a:solidFill>
          <a:ln/>
        </p:spPr>
      </p:sp>
      <p:sp>
        <p:nvSpPr>
          <p:cNvPr id="9" name="Text 7"/>
          <p:cNvSpPr/>
          <p:nvPr/>
        </p:nvSpPr>
        <p:spPr>
          <a:xfrm>
            <a:off x="9572625" y="2960340"/>
            <a:ext cx="58876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7692"/>
              </a:lnSpc>
              <a:buNone/>
            </a:pPr>
            <a:r>
              <a:rPr lang="en-US" sz="3300" b="1" dirty="0">
                <a:solidFill>
                  <a:srgbClr val="0080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0370939" y="2960340"/>
            <a:ext cx="4618286" cy="499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556"/>
              </a:lnSpc>
              <a:buNone/>
            </a:pPr>
            <a:r>
              <a:rPr lang="en-US" sz="3300" b="1" dirty="0">
                <a:solidFill>
                  <a:srgbClr val="0E034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Section title here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0370939" y="3516511"/>
            <a:ext cx="4618286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of description for this section.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47750" y="4294584"/>
            <a:ext cx="7667625" cy="38100"/>
          </a:xfrm>
          <a:prstGeom prst="rect">
            <a:avLst/>
          </a:prstGeom>
          <a:solidFill>
            <a:srgbClr val="82C769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4580334"/>
            <a:ext cx="60305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7692"/>
              </a:lnSpc>
              <a:buNone/>
            </a:pPr>
            <a:r>
              <a:rPr lang="en-US" sz="3300" b="1" dirty="0">
                <a:solidFill>
                  <a:srgbClr val="0080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860352" y="4580334"/>
            <a:ext cx="4618286" cy="499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556"/>
              </a:lnSpc>
              <a:buNone/>
            </a:pPr>
            <a:r>
              <a:rPr lang="en-US" sz="3300" b="1" dirty="0">
                <a:solidFill>
                  <a:srgbClr val="0E034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Section title here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860352" y="5136505"/>
            <a:ext cx="4618286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of description for this section.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25" y="4294584"/>
            <a:ext cx="7667625" cy="38100"/>
          </a:xfrm>
          <a:prstGeom prst="rect">
            <a:avLst/>
          </a:prstGeom>
          <a:solidFill>
            <a:srgbClr val="DFE2CE"/>
          </a:solidFill>
          <a:ln/>
        </p:spPr>
      </p:sp>
      <p:sp>
        <p:nvSpPr>
          <p:cNvPr id="17" name="Text 15"/>
          <p:cNvSpPr/>
          <p:nvPr/>
        </p:nvSpPr>
        <p:spPr>
          <a:xfrm>
            <a:off x="9572625" y="4580334"/>
            <a:ext cx="63326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7692"/>
              </a:lnSpc>
              <a:buNone/>
            </a:pPr>
            <a:r>
              <a:rPr lang="en-US" sz="3300" b="1" dirty="0">
                <a:solidFill>
                  <a:srgbClr val="0080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10415439" y="4580334"/>
            <a:ext cx="4618286" cy="499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556"/>
              </a:lnSpc>
              <a:buNone/>
            </a:pPr>
            <a:r>
              <a:rPr lang="en-US" sz="3300" b="1" dirty="0">
                <a:solidFill>
                  <a:srgbClr val="0E034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Section title here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0415439" y="5136505"/>
            <a:ext cx="4618286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of description for this section.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1047750" y="3449985"/>
            <a:ext cx="8312914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59735"/>
              </a:lnSpc>
              <a:buNone/>
            </a:pPr>
            <a:r>
              <a:rPr lang="en-US" sz="11250" b="1" dirty="0">
                <a:solidFill>
                  <a:srgbClr val="C1D4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1250" dirty="0"/>
          </a:p>
        </p:txBody>
      </p:sp>
      <p:sp>
        <p:nvSpPr>
          <p:cNvPr id="3" name="Text 1"/>
          <p:cNvSpPr/>
          <p:nvPr/>
        </p:nvSpPr>
        <p:spPr>
          <a:xfrm>
            <a:off x="1047750" y="5040660"/>
            <a:ext cx="8312914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308"/>
              </a:lnSpc>
              <a:buNone/>
            </a:pPr>
            <a:r>
              <a:rPr lang="en-US" sz="5700" b="1" dirty="0">
                <a:solidFill>
                  <a:srgbClr val="0E034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Section title goes here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47750" y="6105525"/>
            <a:ext cx="6278880" cy="921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05"/>
              </a:lnSpc>
              <a:buNone/>
            </a:pPr>
            <a:r>
              <a:rPr lang="en-US" sz="240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sentence framing what this section sets out to do.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21031" r="21031"/>
          <a:stretch/>
        </p:blipFill>
        <p:spPr>
          <a:xfrm>
            <a:off x="9366945" y="0"/>
            <a:ext cx="8921055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1D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1047750" y="3430339"/>
            <a:ext cx="178117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63" dirty="0">
                <a:solidFill>
                  <a:srgbClr val="0E03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POINT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4125664"/>
            <a:ext cx="14225588" cy="2098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084"/>
              </a:lnSpc>
              <a:buNone/>
            </a:pPr>
            <a:r>
              <a:rPr lang="en-US" sz="7800" b="1" dirty="0">
                <a:solidFill>
                  <a:srgbClr val="0E034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One sentence that carries the whole argument of this section.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1047750" y="6567041"/>
            <a:ext cx="11525250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05"/>
              </a:lnSpc>
              <a:buNone/>
            </a:pPr>
            <a:r>
              <a:rPr lang="en-US" sz="2400" dirty="0">
                <a:solidFill>
                  <a:srgbClr val="3B3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line of support underneath, if the statement needs it.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63" dirty="0">
                <a:solidFill>
                  <a:srgbClr val="0080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BY THE NUMBERS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457325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308"/>
              </a:lnSpc>
              <a:buNone/>
            </a:pPr>
            <a:r>
              <a:rPr lang="en-US" sz="5700" b="1" dirty="0">
                <a:solidFill>
                  <a:srgbClr val="0E034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Title template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674590"/>
            <a:ext cx="5143500" cy="3508772"/>
          </a:xfrm>
          <a:prstGeom prst="roundRect">
            <a:avLst>
              <a:gd name="adj" fmla="val 7601"/>
            </a:avLst>
          </a:prstGeom>
          <a:solidFill>
            <a:srgbClr val="F1F3E4"/>
          </a:solidFill>
          <a:ln/>
        </p:spPr>
      </p:sp>
      <p:sp>
        <p:nvSpPr>
          <p:cNvPr id="5" name="Text 3"/>
          <p:cNvSpPr/>
          <p:nvPr/>
        </p:nvSpPr>
        <p:spPr>
          <a:xfrm>
            <a:off x="1466850" y="3169890"/>
            <a:ext cx="4735830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683"/>
              </a:lnSpc>
              <a:buNone/>
            </a:pPr>
            <a:r>
              <a:rPr lang="en-US" sz="9000" dirty="0">
                <a:solidFill>
                  <a:srgbClr val="00808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8M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1466850" y="4427190"/>
            <a:ext cx="473583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0E03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LABEL HERE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466850" y="4970115"/>
            <a:ext cx="4434459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explaining what the figure counts.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572250" y="2674590"/>
            <a:ext cx="5143500" cy="3508772"/>
          </a:xfrm>
          <a:prstGeom prst="roundRect">
            <a:avLst>
              <a:gd name="adj" fmla="val 7601"/>
            </a:avLst>
          </a:prstGeom>
          <a:solidFill>
            <a:srgbClr val="F1F3E4"/>
          </a:solidFill>
          <a:ln/>
        </p:spPr>
      </p:sp>
      <p:sp>
        <p:nvSpPr>
          <p:cNvPr id="9" name="Text 7"/>
          <p:cNvSpPr/>
          <p:nvPr/>
        </p:nvSpPr>
        <p:spPr>
          <a:xfrm>
            <a:off x="6991350" y="3169890"/>
            <a:ext cx="4735830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683"/>
              </a:lnSpc>
              <a:buNone/>
            </a:pPr>
            <a:r>
              <a:rPr lang="en-US" sz="9000" dirty="0">
                <a:solidFill>
                  <a:srgbClr val="00808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68%</a:t>
            </a:r>
            <a:endParaRPr lang="en-US" sz="9000" dirty="0"/>
          </a:p>
        </p:txBody>
      </p:sp>
      <p:sp>
        <p:nvSpPr>
          <p:cNvPr id="10" name="Text 8"/>
          <p:cNvSpPr/>
          <p:nvPr/>
        </p:nvSpPr>
        <p:spPr>
          <a:xfrm>
            <a:off x="6991350" y="4427190"/>
            <a:ext cx="473583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0E03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LABEL HERE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991350" y="4970115"/>
            <a:ext cx="4434459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explaining what the figure counts.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096750" y="2674590"/>
            <a:ext cx="5143500" cy="3508772"/>
          </a:xfrm>
          <a:prstGeom prst="roundRect">
            <a:avLst>
              <a:gd name="adj" fmla="val 7601"/>
            </a:avLst>
          </a:prstGeom>
          <a:solidFill>
            <a:srgbClr val="F1F3E4"/>
          </a:solidFill>
          <a:ln/>
        </p:spPr>
      </p:sp>
      <p:sp>
        <p:nvSpPr>
          <p:cNvPr id="13" name="Text 11"/>
          <p:cNvSpPr/>
          <p:nvPr/>
        </p:nvSpPr>
        <p:spPr>
          <a:xfrm>
            <a:off x="12515850" y="3169890"/>
            <a:ext cx="4735830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683"/>
              </a:lnSpc>
              <a:buNone/>
            </a:pPr>
            <a:r>
              <a:rPr lang="en-US" sz="9000" dirty="0">
                <a:solidFill>
                  <a:srgbClr val="00808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$4B</a:t>
            </a:r>
            <a:endParaRPr lang="en-US" sz="9000" dirty="0"/>
          </a:p>
        </p:txBody>
      </p:sp>
      <p:sp>
        <p:nvSpPr>
          <p:cNvPr id="14" name="Text 12"/>
          <p:cNvSpPr/>
          <p:nvPr/>
        </p:nvSpPr>
        <p:spPr>
          <a:xfrm>
            <a:off x="12515850" y="4427190"/>
            <a:ext cx="473583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0E03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LABEL HERE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515850" y="4970115"/>
            <a:ext cx="4434459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explaining what the figure counts.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1047750" y="3367980"/>
            <a:ext cx="81724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63" dirty="0">
                <a:solidFill>
                  <a:srgbClr val="0080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KICKER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3949005"/>
            <a:ext cx="81724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308"/>
              </a:lnSpc>
              <a:buNone/>
            </a:pPr>
            <a:r>
              <a:rPr lang="en-US" sz="5700" b="1" dirty="0">
                <a:solidFill>
                  <a:srgbClr val="0E034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Title template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47750" y="4975771"/>
            <a:ext cx="7652385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730"/>
              </a:lnSpc>
              <a:buNone/>
            </a:pPr>
            <a:r>
              <a:rPr lang="en-US" sz="240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three sentences of body copy. Keep the paragraph short enough that the audience can read it and still listen to you.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47750" y="6614071"/>
            <a:ext cx="81724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730"/>
              </a:lnSpc>
              <a:buNone/>
            </a:pPr>
            <a:r>
              <a:rPr lang="en-US" sz="240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short paragraph, if the slide needs one.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20370" r="2037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0" y="0"/>
            <a:ext cx="152400" cy="10287000"/>
          </a:xfrm>
          <a:prstGeom prst="rect">
            <a:avLst/>
          </a:prstGeom>
          <a:solidFill>
            <a:srgbClr val="00ACB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63" dirty="0">
                <a:solidFill>
                  <a:srgbClr val="0080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PARTS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457325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308"/>
              </a:lnSpc>
              <a:buNone/>
            </a:pPr>
            <a:r>
              <a:rPr lang="en-US" sz="5700" b="1" dirty="0">
                <a:solidFill>
                  <a:srgbClr val="0E034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Title template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674590"/>
            <a:ext cx="5118050" cy="4722168"/>
          </a:xfrm>
          <a:prstGeom prst="roundRect">
            <a:avLst>
              <a:gd name="adj" fmla="val 5648"/>
            </a:avLst>
          </a:prstGeom>
          <a:solidFill>
            <a:srgbClr val="FDFDF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10778" b="10778"/>
          <a:stretch/>
        </p:blipFill>
        <p:spPr>
          <a:xfrm>
            <a:off x="1047750" y="2674590"/>
            <a:ext cx="5118050" cy="2667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90650" y="5684490"/>
            <a:ext cx="4875475" cy="499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556"/>
              </a:lnSpc>
              <a:buNone/>
            </a:pPr>
            <a:r>
              <a:rPr lang="en-US" sz="3300" b="1" dirty="0">
                <a:solidFill>
                  <a:srgbClr val="0E034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Concept one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1390650" y="6278761"/>
            <a:ext cx="4565218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lines of supporting copy for this column.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6584900" y="2674590"/>
            <a:ext cx="5118050" cy="4722168"/>
          </a:xfrm>
          <a:prstGeom prst="roundRect">
            <a:avLst>
              <a:gd name="adj" fmla="val 5648"/>
            </a:avLst>
          </a:prstGeom>
          <a:solidFill>
            <a:srgbClr val="FDFDFD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t="15271" b="15271"/>
          <a:stretch/>
        </p:blipFill>
        <p:spPr>
          <a:xfrm>
            <a:off x="6584900" y="2674590"/>
            <a:ext cx="5118050" cy="2667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27800" y="5684490"/>
            <a:ext cx="4875475" cy="499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556"/>
              </a:lnSpc>
              <a:buNone/>
            </a:pPr>
            <a:r>
              <a:rPr lang="en-US" sz="3300" b="1" dirty="0">
                <a:solidFill>
                  <a:srgbClr val="0E034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Concept two</a:t>
            </a:r>
            <a:endParaRPr lang="en-US" sz="3300" dirty="0"/>
          </a:p>
        </p:txBody>
      </p:sp>
      <p:sp>
        <p:nvSpPr>
          <p:cNvPr id="11" name="Text 7"/>
          <p:cNvSpPr/>
          <p:nvPr/>
        </p:nvSpPr>
        <p:spPr>
          <a:xfrm>
            <a:off x="6927800" y="6278761"/>
            <a:ext cx="4565218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lines of supporting copy for this column.</a:t>
            </a:r>
            <a:endParaRPr lang="en-US" sz="1950" dirty="0"/>
          </a:p>
        </p:txBody>
      </p:sp>
      <p:sp>
        <p:nvSpPr>
          <p:cNvPr id="12" name="Shape 8"/>
          <p:cNvSpPr/>
          <p:nvPr/>
        </p:nvSpPr>
        <p:spPr>
          <a:xfrm>
            <a:off x="12122051" y="2674590"/>
            <a:ext cx="5118050" cy="4722168"/>
          </a:xfrm>
          <a:prstGeom prst="roundRect">
            <a:avLst>
              <a:gd name="adj" fmla="val 5648"/>
            </a:avLst>
          </a:prstGeom>
          <a:solidFill>
            <a:srgbClr val="FDFDFD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t="10778" b="10778"/>
          <a:stretch/>
        </p:blipFill>
        <p:spPr>
          <a:xfrm>
            <a:off x="12122051" y="2674590"/>
            <a:ext cx="5118050" cy="2667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464951" y="5684490"/>
            <a:ext cx="4875475" cy="499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556"/>
              </a:lnSpc>
              <a:buNone/>
            </a:pPr>
            <a:r>
              <a:rPr lang="en-US" sz="3300" b="1" dirty="0">
                <a:solidFill>
                  <a:srgbClr val="0E034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Concept three</a:t>
            </a:r>
            <a:endParaRPr lang="en-US" sz="3300" dirty="0"/>
          </a:p>
        </p:txBody>
      </p:sp>
      <p:sp>
        <p:nvSpPr>
          <p:cNvPr id="15" name="Text 10"/>
          <p:cNvSpPr/>
          <p:nvPr/>
        </p:nvSpPr>
        <p:spPr>
          <a:xfrm>
            <a:off x="12464951" y="6278761"/>
            <a:ext cx="4565218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lines of supporting copy for this column.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63" dirty="0">
                <a:solidFill>
                  <a:srgbClr val="0080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 POINTS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457325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308"/>
              </a:lnSpc>
              <a:buNone/>
            </a:pPr>
            <a:r>
              <a:rPr lang="en-US" sz="5700" b="1" dirty="0">
                <a:solidFill>
                  <a:srgbClr val="0E034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Title template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674590"/>
            <a:ext cx="1066800" cy="1066800"/>
          </a:xfrm>
          <a:prstGeom prst="ellipse">
            <a:avLst/>
          </a:prstGeom>
          <a:solidFill>
            <a:srgbClr val="C1D451"/>
          </a:solidFill>
          <a:ln/>
        </p:spPr>
      </p:sp>
      <p:sp>
        <p:nvSpPr>
          <p:cNvPr id="5" name="Text 3"/>
          <p:cNvSpPr/>
          <p:nvPr/>
        </p:nvSpPr>
        <p:spPr>
          <a:xfrm>
            <a:off x="1009650" y="2674590"/>
            <a:ext cx="114300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0E03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438400" y="2674590"/>
            <a:ext cx="7009448" cy="499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556"/>
              </a:lnSpc>
              <a:buNone/>
            </a:pPr>
            <a:r>
              <a:rPr lang="en-US" sz="3300" b="1" dirty="0">
                <a:solidFill>
                  <a:srgbClr val="0E034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Bullet one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2438400" y="3287911"/>
            <a:ext cx="656339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730"/>
              </a:lnSpc>
              <a:buNone/>
            </a:pPr>
            <a:r>
              <a:rPr lang="en-US" sz="240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text here — two lines is the right length for this block.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477375" y="2674590"/>
            <a:ext cx="1066800" cy="1066800"/>
          </a:xfrm>
          <a:prstGeom prst="ellipse">
            <a:avLst/>
          </a:prstGeom>
          <a:solidFill>
            <a:srgbClr val="82C769"/>
          </a:solidFill>
          <a:ln/>
        </p:spPr>
      </p:sp>
      <p:sp>
        <p:nvSpPr>
          <p:cNvPr id="9" name="Text 7"/>
          <p:cNvSpPr/>
          <p:nvPr/>
        </p:nvSpPr>
        <p:spPr>
          <a:xfrm>
            <a:off x="9439275" y="2674590"/>
            <a:ext cx="114300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0E03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0868025" y="2674590"/>
            <a:ext cx="7009448" cy="499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556"/>
              </a:lnSpc>
              <a:buNone/>
            </a:pPr>
            <a:r>
              <a:rPr lang="en-US" sz="3300" b="1" dirty="0">
                <a:solidFill>
                  <a:srgbClr val="0E034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Bullet two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0868025" y="3287911"/>
            <a:ext cx="656339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730"/>
              </a:lnSpc>
              <a:buNone/>
            </a:pPr>
            <a:r>
              <a:rPr lang="en-US" sz="240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text here — two lines is the right length for this block.</a:t>
            </a:r>
            <a:endParaRPr lang="en-US" sz="24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t="25805" b="25805"/>
          <a:stretch/>
        </p:blipFill>
        <p:spPr>
          <a:xfrm>
            <a:off x="1047750" y="6629400"/>
            <a:ext cx="161925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63" dirty="0">
                <a:solidFill>
                  <a:srgbClr val="0080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COMPARISON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457325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308"/>
              </a:lnSpc>
              <a:buNone/>
            </a:pPr>
            <a:r>
              <a:rPr lang="en-US" sz="5700" b="1" dirty="0">
                <a:solidFill>
                  <a:srgbClr val="0E034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Title template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674590"/>
            <a:ext cx="16192500" cy="904875"/>
          </a:xfrm>
          <a:prstGeom prst="rect">
            <a:avLst/>
          </a:prstGeom>
          <a:solidFill>
            <a:srgbClr val="00808F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941290"/>
            <a:ext cx="330955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kern="0" spc="234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COLUMN ONE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213598" y="2941290"/>
            <a:ext cx="343587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kern="0" spc="234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COLUMN TWO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78230" y="2941290"/>
            <a:ext cx="375916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kern="0" spc="234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COLUMN THREE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456741" y="2941290"/>
            <a:ext cx="358287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kern="0" spc="234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COLUMN FOUR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47750" y="3579465"/>
            <a:ext cx="16192500" cy="933450"/>
          </a:xfrm>
          <a:prstGeom prst="rect">
            <a:avLst/>
          </a:prstGeom>
          <a:solidFill>
            <a:srgbClr val="FDFDFD"/>
          </a:solidFill>
          <a:ln/>
        </p:spPr>
      </p:sp>
      <p:sp>
        <p:nvSpPr>
          <p:cNvPr id="10" name="Shape 8"/>
          <p:cNvSpPr/>
          <p:nvPr/>
        </p:nvSpPr>
        <p:spPr>
          <a:xfrm>
            <a:off x="1047750" y="4493865"/>
            <a:ext cx="3841998" cy="19050"/>
          </a:xfrm>
          <a:prstGeom prst="rect">
            <a:avLst/>
          </a:prstGeom>
          <a:solidFill>
            <a:srgbClr val="DFE2CE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865215"/>
            <a:ext cx="330955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E0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label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889748" y="4493865"/>
            <a:ext cx="3964632" cy="19050"/>
          </a:xfrm>
          <a:prstGeom prst="rect">
            <a:avLst/>
          </a:prstGeom>
          <a:solidFill>
            <a:srgbClr val="DFE2CE"/>
          </a:solidFill>
          <a:ln/>
        </p:spPr>
      </p:sp>
      <p:sp>
        <p:nvSpPr>
          <p:cNvPr id="13" name="Text 11"/>
          <p:cNvSpPr/>
          <p:nvPr/>
        </p:nvSpPr>
        <p:spPr>
          <a:xfrm>
            <a:off x="5213598" y="3865215"/>
            <a:ext cx="343587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854380" y="4493865"/>
            <a:ext cx="4278511" cy="19050"/>
          </a:xfrm>
          <a:prstGeom prst="rect">
            <a:avLst/>
          </a:prstGeom>
          <a:solidFill>
            <a:srgbClr val="DFE2CE"/>
          </a:solidFill>
          <a:ln/>
        </p:spPr>
      </p:sp>
      <p:sp>
        <p:nvSpPr>
          <p:cNvPr id="15" name="Text 13"/>
          <p:cNvSpPr/>
          <p:nvPr/>
        </p:nvSpPr>
        <p:spPr>
          <a:xfrm>
            <a:off x="9178230" y="3865215"/>
            <a:ext cx="375916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3132891" y="4493865"/>
            <a:ext cx="4107359" cy="19050"/>
          </a:xfrm>
          <a:prstGeom prst="rect">
            <a:avLst/>
          </a:prstGeom>
          <a:solidFill>
            <a:srgbClr val="DFE2CE"/>
          </a:solidFill>
          <a:ln/>
        </p:spPr>
      </p:sp>
      <p:sp>
        <p:nvSpPr>
          <p:cNvPr id="17" name="Text 15"/>
          <p:cNvSpPr/>
          <p:nvPr/>
        </p:nvSpPr>
        <p:spPr>
          <a:xfrm>
            <a:off x="13456741" y="3865215"/>
            <a:ext cx="358287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047750" y="4512915"/>
            <a:ext cx="16192500" cy="942975"/>
          </a:xfrm>
          <a:prstGeom prst="rect">
            <a:avLst/>
          </a:prstGeom>
          <a:solidFill>
            <a:srgbClr val="FDFDFD"/>
          </a:solidFill>
          <a:ln/>
        </p:spPr>
      </p:sp>
      <p:sp>
        <p:nvSpPr>
          <p:cNvPr id="19" name="Shape 17"/>
          <p:cNvSpPr/>
          <p:nvPr/>
        </p:nvSpPr>
        <p:spPr>
          <a:xfrm>
            <a:off x="1047750" y="5436840"/>
            <a:ext cx="3841998" cy="19050"/>
          </a:xfrm>
          <a:prstGeom prst="rect">
            <a:avLst/>
          </a:prstGeom>
          <a:solidFill>
            <a:srgbClr val="DFE2CE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4798665"/>
            <a:ext cx="330955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E0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label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889748" y="5436840"/>
            <a:ext cx="3964632" cy="19050"/>
          </a:xfrm>
          <a:prstGeom prst="rect">
            <a:avLst/>
          </a:prstGeom>
          <a:solidFill>
            <a:srgbClr val="DFE2CE"/>
          </a:solidFill>
          <a:ln/>
        </p:spPr>
      </p:sp>
      <p:sp>
        <p:nvSpPr>
          <p:cNvPr id="22" name="Text 20"/>
          <p:cNvSpPr/>
          <p:nvPr/>
        </p:nvSpPr>
        <p:spPr>
          <a:xfrm>
            <a:off x="5213598" y="4798665"/>
            <a:ext cx="343587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8854380" y="5436840"/>
            <a:ext cx="4278511" cy="19050"/>
          </a:xfrm>
          <a:prstGeom prst="rect">
            <a:avLst/>
          </a:prstGeom>
          <a:solidFill>
            <a:srgbClr val="DFE2CE"/>
          </a:solidFill>
          <a:ln/>
        </p:spPr>
      </p:sp>
      <p:sp>
        <p:nvSpPr>
          <p:cNvPr id="24" name="Text 22"/>
          <p:cNvSpPr/>
          <p:nvPr/>
        </p:nvSpPr>
        <p:spPr>
          <a:xfrm>
            <a:off x="9178230" y="4798665"/>
            <a:ext cx="375916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3132891" y="5436840"/>
            <a:ext cx="4107359" cy="19050"/>
          </a:xfrm>
          <a:prstGeom prst="rect">
            <a:avLst/>
          </a:prstGeom>
          <a:solidFill>
            <a:srgbClr val="DFE2CE"/>
          </a:solidFill>
          <a:ln/>
        </p:spPr>
      </p:sp>
      <p:sp>
        <p:nvSpPr>
          <p:cNvPr id="26" name="Text 24"/>
          <p:cNvSpPr/>
          <p:nvPr/>
        </p:nvSpPr>
        <p:spPr>
          <a:xfrm>
            <a:off x="13456741" y="4798665"/>
            <a:ext cx="358287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047750" y="5455890"/>
            <a:ext cx="16192500" cy="942975"/>
          </a:xfrm>
          <a:prstGeom prst="rect">
            <a:avLst/>
          </a:prstGeom>
          <a:solidFill>
            <a:srgbClr val="FDFDFD"/>
          </a:solidFill>
          <a:ln/>
        </p:spPr>
      </p:sp>
      <p:sp>
        <p:nvSpPr>
          <p:cNvPr id="28" name="Shape 26"/>
          <p:cNvSpPr/>
          <p:nvPr/>
        </p:nvSpPr>
        <p:spPr>
          <a:xfrm>
            <a:off x="1047750" y="6379815"/>
            <a:ext cx="3841998" cy="19050"/>
          </a:xfrm>
          <a:prstGeom prst="rect">
            <a:avLst/>
          </a:prstGeom>
          <a:solidFill>
            <a:srgbClr val="DFE2CE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0" y="5741640"/>
            <a:ext cx="330955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E0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label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4889748" y="6379815"/>
            <a:ext cx="3964632" cy="19050"/>
          </a:xfrm>
          <a:prstGeom prst="rect">
            <a:avLst/>
          </a:prstGeom>
          <a:solidFill>
            <a:srgbClr val="DFE2CE"/>
          </a:solidFill>
          <a:ln/>
        </p:spPr>
      </p:sp>
      <p:sp>
        <p:nvSpPr>
          <p:cNvPr id="31" name="Text 29"/>
          <p:cNvSpPr/>
          <p:nvPr/>
        </p:nvSpPr>
        <p:spPr>
          <a:xfrm>
            <a:off x="5213598" y="5741640"/>
            <a:ext cx="343587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8854380" y="6379815"/>
            <a:ext cx="4278511" cy="19050"/>
          </a:xfrm>
          <a:prstGeom prst="rect">
            <a:avLst/>
          </a:prstGeom>
          <a:solidFill>
            <a:srgbClr val="DFE2CE"/>
          </a:solidFill>
          <a:ln/>
        </p:spPr>
      </p:sp>
      <p:sp>
        <p:nvSpPr>
          <p:cNvPr id="33" name="Text 31"/>
          <p:cNvSpPr/>
          <p:nvPr/>
        </p:nvSpPr>
        <p:spPr>
          <a:xfrm>
            <a:off x="9178230" y="5741640"/>
            <a:ext cx="375916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13132891" y="6379815"/>
            <a:ext cx="4107359" cy="19050"/>
          </a:xfrm>
          <a:prstGeom prst="rect">
            <a:avLst/>
          </a:prstGeom>
          <a:solidFill>
            <a:srgbClr val="DFE2CE"/>
          </a:solidFill>
          <a:ln/>
        </p:spPr>
      </p:sp>
      <p:sp>
        <p:nvSpPr>
          <p:cNvPr id="35" name="Text 33"/>
          <p:cNvSpPr/>
          <p:nvPr/>
        </p:nvSpPr>
        <p:spPr>
          <a:xfrm>
            <a:off x="13456741" y="5741640"/>
            <a:ext cx="358287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1047750" y="6398865"/>
            <a:ext cx="16192500" cy="933450"/>
          </a:xfrm>
          <a:prstGeom prst="rect">
            <a:avLst/>
          </a:prstGeom>
          <a:solidFill>
            <a:srgbClr val="FDFDFD"/>
          </a:solidFill>
          <a:ln/>
        </p:spPr>
      </p:sp>
      <p:sp>
        <p:nvSpPr>
          <p:cNvPr id="37" name="Text 35"/>
          <p:cNvSpPr/>
          <p:nvPr/>
        </p:nvSpPr>
        <p:spPr>
          <a:xfrm>
            <a:off x="1371600" y="6684615"/>
            <a:ext cx="330955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E0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label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5213598" y="6684615"/>
            <a:ext cx="343587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9178230" y="6684615"/>
            <a:ext cx="375916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13456741" y="6684615"/>
            <a:ext cx="358287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80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1047750" y="2903637"/>
            <a:ext cx="931073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58537"/>
              </a:lnSpc>
              <a:buNone/>
            </a:pPr>
            <a:r>
              <a:rPr lang="en-US" sz="9000" dirty="0">
                <a:solidFill>
                  <a:srgbClr val="C1D451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“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1047750" y="4027587"/>
            <a:ext cx="8718231" cy="2022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724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A quotation goes here. Two or three lines carries the weight without crowding the slide.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6449913"/>
            <a:ext cx="8464302" cy="38100"/>
          </a:xfrm>
          <a:prstGeom prst="rect">
            <a:avLst/>
          </a:prstGeom>
          <a:solidFill>
            <a:srgbClr val="C1D451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6735663"/>
            <a:ext cx="931073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 OF SPEAKER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47750" y="7240488"/>
            <a:ext cx="931073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D6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Title, organization</a:t>
            </a:r>
            <a:endParaRPr lang="en-US" sz="19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24024" r="24024"/>
          <a:stretch/>
        </p:blipFill>
        <p:spPr>
          <a:xfrm>
            <a:off x="10274052" y="0"/>
            <a:ext cx="8013948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47750" y="7661970"/>
            <a:ext cx="9461450" cy="1824930"/>
          </a:xfrm>
          <a:prstGeom prst="roundRect">
            <a:avLst>
              <a:gd name="adj" fmla="val 14614"/>
            </a:avLst>
          </a:prstGeom>
          <a:solidFill>
            <a:srgbClr val="FDFDFD"/>
          </a:solidFill>
          <a:ln/>
        </p:spPr>
      </p:sp>
      <p:sp>
        <p:nvSpPr>
          <p:cNvPr id="4" name="Text 1"/>
          <p:cNvSpPr/>
          <p:nvPr/>
        </p:nvSpPr>
        <p:spPr>
          <a:xfrm>
            <a:off x="1543050" y="8100120"/>
            <a:ext cx="931793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63" dirty="0">
                <a:solidFill>
                  <a:srgbClr val="0080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CAPTION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543050" y="8566845"/>
            <a:ext cx="9317935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444"/>
              </a:lnSpc>
              <a:buNone/>
            </a:pPr>
            <a:r>
              <a:rPr lang="en-US" sz="3300" b="1" dirty="0">
                <a:solidFill>
                  <a:srgbClr val="0E034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One line naming what this photograph shows.</a:t>
            </a:r>
            <a:endParaRPr lang="en-US" sz="3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5852011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308"/>
              </a:lnSpc>
              <a:buNone/>
            </a:pPr>
            <a:r>
              <a:rPr lang="en-US" sz="5700" b="1" dirty="0">
                <a:solidFill>
                  <a:srgbClr val="0E034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Gallery template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12104787" y="1353592"/>
            <a:ext cx="5649010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caption line for the set of photographs below.</a:t>
            </a:r>
            <a:endParaRPr lang="en-US" sz="1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29105" r="29105"/>
          <a:stretch/>
        </p:blipFill>
        <p:spPr>
          <a:xfrm>
            <a:off x="1047750" y="2169765"/>
            <a:ext cx="6959501" cy="1110228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21326" r="21326"/>
          <a:stretch/>
        </p:blipFill>
        <p:spPr>
          <a:xfrm>
            <a:off x="8273951" y="2169765"/>
            <a:ext cx="4349800" cy="541779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l="23849" r="23849"/>
          <a:stretch/>
        </p:blipFill>
        <p:spPr>
          <a:xfrm>
            <a:off x="12890450" y="2169765"/>
            <a:ext cx="4349800" cy="541779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 l="20925" r="20925"/>
          <a:stretch/>
        </p:blipFill>
        <p:spPr>
          <a:xfrm>
            <a:off x="8273951" y="7854255"/>
            <a:ext cx="4349800" cy="541779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 t="1" b="1"/>
          <a:stretch/>
        </p:blipFill>
        <p:spPr>
          <a:xfrm>
            <a:off x="12890450" y="7854255"/>
            <a:ext cx="4349800" cy="54177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63" dirty="0">
                <a:solidFill>
                  <a:srgbClr val="0080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SEQUENCE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457325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308"/>
              </a:lnSpc>
              <a:buNone/>
            </a:pPr>
            <a:r>
              <a:rPr lang="en-US" sz="5700" b="1" dirty="0">
                <a:solidFill>
                  <a:srgbClr val="0E034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Title template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017490"/>
            <a:ext cx="16192500" cy="57150"/>
          </a:xfrm>
          <a:prstGeom prst="roundRect">
            <a:avLst>
              <a:gd name="adj" fmla="val 50000"/>
            </a:avLst>
          </a:prstGeom>
          <a:solidFill>
            <a:srgbClr val="DFE2CE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2846040"/>
            <a:ext cx="323850" cy="323850"/>
          </a:xfrm>
          <a:prstGeom prst="ellipse">
            <a:avLst/>
          </a:prstGeom>
          <a:solidFill>
            <a:srgbClr val="C1D451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3360390"/>
            <a:ext cx="413861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34" dirty="0">
                <a:solidFill>
                  <a:srgbClr val="0080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ONE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47750" y="3922365"/>
            <a:ext cx="4138612" cy="454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51"/>
              </a:lnSpc>
              <a:buNone/>
            </a:pPr>
            <a:r>
              <a:rPr lang="en-US" sz="2850" b="1" dirty="0">
                <a:solidFill>
                  <a:srgbClr val="0E034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Step title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047750" y="4528989"/>
            <a:ext cx="3875246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 on what happens here.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5191125" y="2846040"/>
            <a:ext cx="323850" cy="323850"/>
          </a:xfrm>
          <a:prstGeom prst="ellipse">
            <a:avLst/>
          </a:prstGeom>
          <a:solidFill>
            <a:srgbClr val="82C769"/>
          </a:solidFill>
          <a:ln/>
        </p:spPr>
      </p:sp>
      <p:sp>
        <p:nvSpPr>
          <p:cNvPr id="10" name="Text 8"/>
          <p:cNvSpPr/>
          <p:nvPr/>
        </p:nvSpPr>
        <p:spPr>
          <a:xfrm>
            <a:off x="5191125" y="3360390"/>
            <a:ext cx="413861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34" dirty="0">
                <a:solidFill>
                  <a:srgbClr val="0080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TWO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191125" y="3922365"/>
            <a:ext cx="4138612" cy="454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51"/>
              </a:lnSpc>
              <a:buNone/>
            </a:pPr>
            <a:r>
              <a:rPr lang="en-US" sz="2850" b="1" dirty="0">
                <a:solidFill>
                  <a:srgbClr val="0E034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Step title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5191125" y="4528989"/>
            <a:ext cx="3875246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 on what happens here.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334500" y="2846040"/>
            <a:ext cx="323850" cy="323850"/>
          </a:xfrm>
          <a:prstGeom prst="ellipse">
            <a:avLst/>
          </a:prstGeom>
          <a:solidFill>
            <a:srgbClr val="00ACBF"/>
          </a:solidFill>
          <a:ln/>
        </p:spPr>
      </p:sp>
      <p:sp>
        <p:nvSpPr>
          <p:cNvPr id="14" name="Text 12"/>
          <p:cNvSpPr/>
          <p:nvPr/>
        </p:nvSpPr>
        <p:spPr>
          <a:xfrm>
            <a:off x="9334500" y="3360390"/>
            <a:ext cx="413861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34" dirty="0">
                <a:solidFill>
                  <a:srgbClr val="0080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THREE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334500" y="3922365"/>
            <a:ext cx="4138612" cy="454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51"/>
              </a:lnSpc>
              <a:buNone/>
            </a:pPr>
            <a:r>
              <a:rPr lang="en-US" sz="2850" b="1" dirty="0">
                <a:solidFill>
                  <a:srgbClr val="0E034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Step title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9334500" y="4528989"/>
            <a:ext cx="3875246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 on what happens here.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3477875" y="2846040"/>
            <a:ext cx="323850" cy="323850"/>
          </a:xfrm>
          <a:prstGeom prst="ellipse">
            <a:avLst/>
          </a:prstGeom>
          <a:solidFill>
            <a:srgbClr val="00808F"/>
          </a:solidFill>
          <a:ln/>
        </p:spPr>
      </p:sp>
      <p:sp>
        <p:nvSpPr>
          <p:cNvPr id="18" name="Text 16"/>
          <p:cNvSpPr/>
          <p:nvPr/>
        </p:nvSpPr>
        <p:spPr>
          <a:xfrm>
            <a:off x="13477875" y="3360390"/>
            <a:ext cx="413861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34" dirty="0">
                <a:solidFill>
                  <a:srgbClr val="0080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FOUR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477875" y="3922365"/>
            <a:ext cx="4138612" cy="454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51"/>
              </a:lnSpc>
              <a:buNone/>
            </a:pPr>
            <a:r>
              <a:rPr lang="en-US" sz="2850" b="1" dirty="0">
                <a:solidFill>
                  <a:srgbClr val="0E034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Step title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13477875" y="4528989"/>
            <a:ext cx="3875246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 on what happens here.</a:t>
            </a:r>
            <a:endParaRPr lang="en-US" sz="1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63" dirty="0">
                <a:solidFill>
                  <a:srgbClr val="0080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PEOPLE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457325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308"/>
              </a:lnSpc>
              <a:buNone/>
            </a:pPr>
            <a:r>
              <a:rPr lang="en-US" sz="5700" b="1" dirty="0">
                <a:solidFill>
                  <a:srgbClr val="0E034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Title template</a:t>
            </a:r>
            <a:endParaRPr lang="en-US" sz="5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16667" b="16667"/>
          <a:stretch/>
        </p:blipFill>
        <p:spPr>
          <a:xfrm>
            <a:off x="1047750" y="2674590"/>
            <a:ext cx="3648075" cy="3648075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6532215"/>
            <a:ext cx="4012883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947"/>
              </a:lnSpc>
              <a:buNone/>
            </a:pPr>
            <a:r>
              <a:rPr lang="en-US" sz="2700" b="1" dirty="0">
                <a:solidFill>
                  <a:srgbClr val="0E034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Full name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047750" y="7136011"/>
            <a:ext cx="4012883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en-US" sz="195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Title, team</a:t>
            </a:r>
            <a:endParaRPr lang="en-US" sz="1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16657" r="16657"/>
          <a:stretch/>
        </p:blipFill>
        <p:spPr>
          <a:xfrm>
            <a:off x="5229225" y="2674590"/>
            <a:ext cx="3648075" cy="3648075"/>
          </a:xfrm>
          <a:prstGeom prst="ellipse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29225" y="6532215"/>
            <a:ext cx="4012883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947"/>
              </a:lnSpc>
              <a:buNone/>
            </a:pPr>
            <a:r>
              <a:rPr lang="en-US" sz="2700" b="1" dirty="0">
                <a:solidFill>
                  <a:srgbClr val="0E034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Full name</a:t>
            </a:r>
            <a:endParaRPr lang="en-US" sz="2700" dirty="0"/>
          </a:p>
        </p:txBody>
      </p:sp>
      <p:sp>
        <p:nvSpPr>
          <p:cNvPr id="9" name="Text 5"/>
          <p:cNvSpPr/>
          <p:nvPr/>
        </p:nvSpPr>
        <p:spPr>
          <a:xfrm>
            <a:off x="5229225" y="7136011"/>
            <a:ext cx="4012883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en-US" sz="195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Title, team</a:t>
            </a:r>
            <a:endParaRPr lang="en-US" sz="1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l="16786" r="16786"/>
          <a:stretch/>
        </p:blipFill>
        <p:spPr>
          <a:xfrm>
            <a:off x="9410700" y="2674590"/>
            <a:ext cx="3648075" cy="3648075"/>
          </a:xfrm>
          <a:prstGeom prst="ellipse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410700" y="6532215"/>
            <a:ext cx="4012883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947"/>
              </a:lnSpc>
              <a:buNone/>
            </a:pPr>
            <a:r>
              <a:rPr lang="en-US" sz="2700" b="1" dirty="0">
                <a:solidFill>
                  <a:srgbClr val="0E034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Full name</a:t>
            </a:r>
            <a:endParaRPr lang="en-US" sz="2700" dirty="0"/>
          </a:p>
        </p:txBody>
      </p:sp>
      <p:sp>
        <p:nvSpPr>
          <p:cNvPr id="12" name="Text 7"/>
          <p:cNvSpPr/>
          <p:nvPr/>
        </p:nvSpPr>
        <p:spPr>
          <a:xfrm>
            <a:off x="9410700" y="7136011"/>
            <a:ext cx="4012883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en-US" sz="195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Title, team</a:t>
            </a:r>
            <a:endParaRPr lang="en-US" sz="1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 t="9857" b="9857"/>
          <a:stretch/>
        </p:blipFill>
        <p:spPr>
          <a:xfrm>
            <a:off x="13592175" y="2674590"/>
            <a:ext cx="3648075" cy="3648075"/>
          </a:xfrm>
          <a:prstGeom prst="ellipse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592175" y="6532215"/>
            <a:ext cx="4012883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947"/>
              </a:lnSpc>
              <a:buNone/>
            </a:pPr>
            <a:r>
              <a:rPr lang="en-US" sz="2700" b="1" dirty="0">
                <a:solidFill>
                  <a:srgbClr val="0E034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Full name</a:t>
            </a:r>
            <a:endParaRPr lang="en-US" sz="2700" dirty="0"/>
          </a:p>
        </p:txBody>
      </p:sp>
      <p:sp>
        <p:nvSpPr>
          <p:cNvPr id="15" name="Text 9"/>
          <p:cNvSpPr/>
          <p:nvPr/>
        </p:nvSpPr>
        <p:spPr>
          <a:xfrm>
            <a:off x="13592175" y="7136011"/>
            <a:ext cx="4012883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en-US" sz="195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Title, team</a:t>
            </a:r>
            <a:endParaRPr lang="en-US" sz="1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52500"/>
            <a:ext cx="2857500" cy="17375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4817418"/>
            <a:ext cx="8883119" cy="1058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112"/>
              </a:lnSpc>
              <a:buNone/>
            </a:pPr>
            <a:r>
              <a:rPr lang="en-US" sz="7800" b="1" dirty="0">
                <a:solidFill>
                  <a:srgbClr val="0E034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Thank you</a:t>
            </a:r>
            <a:endParaRPr lang="en-US" sz="7800" dirty="0"/>
          </a:p>
        </p:txBody>
      </p:sp>
      <p:sp>
        <p:nvSpPr>
          <p:cNvPr id="4" name="Text 1"/>
          <p:cNvSpPr/>
          <p:nvPr/>
        </p:nvSpPr>
        <p:spPr>
          <a:xfrm>
            <a:off x="1047750" y="6104334"/>
            <a:ext cx="6278880" cy="921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05"/>
              </a:lnSpc>
              <a:buNone/>
            </a:pPr>
            <a:r>
              <a:rPr lang="en-US" sz="2400" dirty="0">
                <a:solidFill>
                  <a:srgbClr val="5C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closing line — the ask, the next step, or where to find more.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47750" y="9263063"/>
            <a:ext cx="838200" cy="76200"/>
          </a:xfrm>
          <a:prstGeom prst="roundRect">
            <a:avLst>
              <a:gd name="adj" fmla="val 50000"/>
            </a:avLst>
          </a:prstGeom>
          <a:solidFill>
            <a:srgbClr val="C1D451"/>
          </a:solidFill>
          <a:ln/>
        </p:spPr>
      </p:sp>
      <p:sp>
        <p:nvSpPr>
          <p:cNvPr id="6" name="Text 3"/>
          <p:cNvSpPr/>
          <p:nvPr/>
        </p:nvSpPr>
        <p:spPr>
          <a:xfrm>
            <a:off x="2133600" y="9115425"/>
            <a:ext cx="418985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0E03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evergladesfoundation.org</a:t>
            </a:r>
            <a:endParaRPr lang="en-US" sz="1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22748" r="22748"/>
          <a:stretch/>
        </p:blipFill>
        <p:spPr>
          <a:xfrm>
            <a:off x="9885313" y="0"/>
            <a:ext cx="8402538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Yezid Acosta</dc:creator>
  <cp:lastModifiedBy>Yezid Acosta</cp:lastModifiedBy>
  <cp:revision>2</cp:revision>
  <dcterms:created xsi:type="dcterms:W3CDTF">2026-09-16T18:15:17Z</dcterms:created>
  <dcterms:modified xsi:type="dcterms:W3CDTF">2026-09-16T18:15:54Z</dcterms:modified>
</cp:coreProperties>
</file>