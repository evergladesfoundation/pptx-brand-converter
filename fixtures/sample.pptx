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18.4</c:v>
                </c:pt>
                <c:pt idx="1">
                  <c:v>21.0</c:v>
                </c:pt>
                <c:pt idx="2">
                  <c:v>24.5</c:v>
                </c:pt>
                <c:pt idx="3">
                  <c:v>27.2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keep the scorecard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Off-brand staff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Calibri, default theme, mixed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433F"/>
                </a:solidFill>
              </a:defRPr>
            </a:pPr>
            <a:r>
              <a:t>PROGRAM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CERP project reviews</a:t>
            </a:r>
          </a:p>
          <a:p>
            <a:r>
              <a:t>Brief county partners on water quality</a:t>
            </a:r>
          </a:p>
          <a:p>
            <a:r>
              <a:t>Publish the restoration scorecard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280160"/>
            <a:ext cx="6217920" cy="6217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Marsh survey site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93A6"/>
                </a:solidFill>
              </a:defRPr>
            </a:pPr>
            <a:r>
              <a:t>Restoration investment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371600"/>
          <a:ext cx="9875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i="1">
                <a:solidFill>
                  <a:srgbClr val="0B433F"/>
                </a:solidFill>
              </a:defRPr>
            </a:pPr>
            <a:r>
              <a:t>"A thriving Everglades means a thriving economy."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